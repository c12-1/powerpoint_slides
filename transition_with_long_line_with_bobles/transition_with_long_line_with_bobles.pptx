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E344D-FF36-4254-82CB-4DD7849FE10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A676B-D239-40B2-AB38-1B6A39DEB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6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C2EF-F23E-47E9-6260-BB6C542BD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877EB-0920-4CFD-18F5-09B9C7B03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5E1A0-DEF2-5099-CBA5-B0E496399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32A63-8C73-2CF4-ECE5-05B8B907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551D-1D6A-81A6-5122-91A53BB2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6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3EA72-5C12-F5F9-2B66-B0329713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14313-0041-12F1-B414-E7261405C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9F8CA-27C5-7159-D392-0BB64C174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F52E4-4917-EE9A-14A4-78C7D8C1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F8137-0C77-80E0-EF1B-E5B73ABB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4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2E0E-7F6B-F9ED-7B87-5B50DF4E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C4851-0E4A-632A-8D49-54084FEC0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96AF5-E1CE-48ED-1069-9CDBE9D3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53F63-C094-B86F-137A-FA528DC0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1B29F-4E09-9B76-A70E-FD8A1702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4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6849-B1E0-984F-7140-8A5E5BE6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1B025-7202-A196-38CF-760C2DE30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E545D-EAAB-7DF3-A7A0-4CE01BFD3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F9088-A49A-CBB4-C07E-DD861B6C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97B76-3BB5-4470-3DB3-8D5D487E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384AB-A0F6-D3DB-6FC1-2C89CB1A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12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7071E-617B-3D6D-B012-11DCFA4F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8B0D9-850E-CBA2-F363-E1B197E9D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9844B-789E-198C-6587-985BDBE46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4BE5-9EC6-947C-29AD-D11A88522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EACB8E-DF49-3800-3730-FEEDA2FFE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D1828-BCCB-4058-E01E-919B0B94D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B0D56-1CDA-74A8-2012-DFBEA718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B88524-AD5C-7F4D-6226-5B5BB987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24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BBE8-30BB-DCAA-8EFA-D3E825E8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ED60D7-8C47-0EA0-4363-07262434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4BA80-464A-50E8-2682-680EF42E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A9FF2-127A-9D10-421D-4E4B3BFF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9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0CE59-097E-D1D4-3373-C05F5451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9C14C-9F12-A90D-2796-C4260B0E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54360-C308-ECD9-FAF1-3C54027C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0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4D72-E4C1-11A4-C0CC-7FCE81C0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47DFF-26AD-80ED-0A13-A29A9CA46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71174-9A59-F44B-DB71-3DB450F3D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A7005-73BF-FF4F-B90D-6DA8E9BF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81749-7D6F-B230-566A-713D1463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A14A2-D679-7413-34A4-2F9FEC9D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2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0A4D-0746-032A-CBEF-4A2F52705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142A9-0515-686E-8D84-0851F5C33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9BFCD-B586-E537-7259-467A3F61E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AC86F-7E81-D839-9A7F-A173D09BC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513D7-2AB1-C427-8069-E80B98E3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2765B-3EDA-49F7-AF5F-D0072095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7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1DBD-42CF-44BF-8C70-8C0D3BEE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C0279-E6DA-8A21-4BB4-E5BBA8123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52CA0-D13B-585A-44B3-DDEADACF6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DCB19-2E1A-11E6-4438-F5521197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5D4B1-F13A-0916-9DFC-CB898EADD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9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EE865E-FC46-CB52-A920-C0D029EFC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4F1EF-0ED0-229E-C39D-989E0D8DB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D7ED3-D838-CCFD-868E-40B57FE5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CEE57-8915-8E22-18F8-4707CF42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2DF8D-81F1-F46E-FCCE-2E6BCAB2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8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E8EBD-9DE6-6A8D-4B2A-140B5CCC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9E80D-4A73-B91C-91F6-687F16879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9E068-0CE9-9CFF-6010-BE6E4EFCD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9AD57-F1C9-46C6-AE3A-F5CA90F88CCE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6A6E7-A978-65ED-9DCD-4E14205AA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E5E4-5AD2-C1A1-CD32-E79026476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2F9A5-37C4-4F5E-BC11-F06C0EDC3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22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39D82-15CE-BA05-67B7-046476CF6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3C5607-8C67-6CC3-8823-33F9D5CD3652}"/>
              </a:ext>
            </a:extLst>
          </p:cNvPr>
          <p:cNvSpPr/>
          <p:nvPr/>
        </p:nvSpPr>
        <p:spPr>
          <a:xfrm>
            <a:off x="0" y="0"/>
            <a:ext cx="12192000" cy="6935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733E29-ECE1-AAC2-6167-35F29EF2C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2026899" y="12366346"/>
            <a:ext cx="12058021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1B33D7-3783-85D9-1D61-36780DD2BA24}"/>
              </a:ext>
            </a:extLst>
          </p:cNvPr>
          <p:cNvCxnSpPr/>
          <p:nvPr/>
        </p:nvCxnSpPr>
        <p:spPr>
          <a:xfrm flipV="1">
            <a:off x="1212350" y="3429000"/>
            <a:ext cx="10972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86AFCC-9E1F-9B00-FC2A-2AB7B99BE6B8}"/>
              </a:ext>
            </a:extLst>
          </p:cNvPr>
          <p:cNvGrpSpPr/>
          <p:nvPr/>
        </p:nvGrpSpPr>
        <p:grpSpPr>
          <a:xfrm>
            <a:off x="927242" y="3143892"/>
            <a:ext cx="570216" cy="570216"/>
            <a:chOff x="927242" y="3143892"/>
            <a:chExt cx="570216" cy="570216"/>
          </a:xfrm>
        </p:grpSpPr>
        <p:sp useBgFill="1">
          <p:nvSpPr>
            <p:cNvPr id="3" name="Oval 2">
              <a:extLst>
                <a:ext uri="{FF2B5EF4-FFF2-40B4-BE49-F238E27FC236}">
                  <a16:creationId xmlns:a16="http://schemas.microsoft.com/office/drawing/2014/main" id="{50DC6674-0B2B-FCE7-8A86-C5A2D76062D4}"/>
                </a:ext>
              </a:extLst>
            </p:cNvPr>
            <p:cNvSpPr/>
            <p:nvPr/>
          </p:nvSpPr>
          <p:spPr>
            <a:xfrm>
              <a:off x="927242" y="3143892"/>
              <a:ext cx="570216" cy="570216"/>
            </a:xfrm>
            <a:prstGeom prst="ellipse">
              <a:avLst/>
            </a:prstGeom>
            <a:ln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w="215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5A6507-1115-C401-931D-3E5598226D21}"/>
                </a:ext>
              </a:extLst>
            </p:cNvPr>
            <p:cNvSpPr txBox="1"/>
            <p:nvPr/>
          </p:nvSpPr>
          <p:spPr>
            <a:xfrm>
              <a:off x="1027416" y="3198168"/>
              <a:ext cx="369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1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894FEC-D69E-9815-4333-6FB190B06D35}"/>
              </a:ext>
            </a:extLst>
          </p:cNvPr>
          <p:cNvGrpSpPr/>
          <p:nvPr/>
        </p:nvGrpSpPr>
        <p:grpSpPr>
          <a:xfrm>
            <a:off x="4173875" y="3143892"/>
            <a:ext cx="570216" cy="570216"/>
            <a:chOff x="927242" y="3143892"/>
            <a:chExt cx="570216" cy="570216"/>
          </a:xfrm>
        </p:grpSpPr>
        <p:sp useBgFill="1">
          <p:nvSpPr>
            <p:cNvPr id="12" name="Oval 11">
              <a:extLst>
                <a:ext uri="{FF2B5EF4-FFF2-40B4-BE49-F238E27FC236}">
                  <a16:creationId xmlns:a16="http://schemas.microsoft.com/office/drawing/2014/main" id="{929D4E9D-9645-6F0F-1506-81BBC5CF36B5}"/>
                </a:ext>
              </a:extLst>
            </p:cNvPr>
            <p:cNvSpPr/>
            <p:nvPr/>
          </p:nvSpPr>
          <p:spPr>
            <a:xfrm>
              <a:off x="927242" y="3143892"/>
              <a:ext cx="570216" cy="570216"/>
            </a:xfrm>
            <a:prstGeom prst="ellipse">
              <a:avLst/>
            </a:prstGeom>
            <a:ln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w="215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616E8B-635B-8C31-35D1-6AFA3E2C1253}"/>
                </a:ext>
              </a:extLst>
            </p:cNvPr>
            <p:cNvSpPr txBox="1"/>
            <p:nvPr/>
          </p:nvSpPr>
          <p:spPr>
            <a:xfrm>
              <a:off x="1027416" y="3198168"/>
              <a:ext cx="369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2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8E4BFA-6FA4-DA57-103F-AF2640246797}"/>
              </a:ext>
            </a:extLst>
          </p:cNvPr>
          <p:cNvGrpSpPr/>
          <p:nvPr/>
        </p:nvGrpSpPr>
        <p:grpSpPr>
          <a:xfrm>
            <a:off x="7245848" y="3143892"/>
            <a:ext cx="570216" cy="570216"/>
            <a:chOff x="927242" y="3143892"/>
            <a:chExt cx="570216" cy="570216"/>
          </a:xfrm>
        </p:grpSpPr>
        <p:sp useBgFill="1">
          <p:nvSpPr>
            <p:cNvPr id="15" name="Oval 14">
              <a:extLst>
                <a:ext uri="{FF2B5EF4-FFF2-40B4-BE49-F238E27FC236}">
                  <a16:creationId xmlns:a16="http://schemas.microsoft.com/office/drawing/2014/main" id="{B37802BB-9EF9-B6E4-220A-37E4A67651FB}"/>
                </a:ext>
              </a:extLst>
            </p:cNvPr>
            <p:cNvSpPr/>
            <p:nvPr/>
          </p:nvSpPr>
          <p:spPr>
            <a:xfrm>
              <a:off x="927242" y="3143892"/>
              <a:ext cx="570216" cy="570216"/>
            </a:xfrm>
            <a:prstGeom prst="ellipse">
              <a:avLst/>
            </a:prstGeom>
            <a:ln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w="215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1F0CB2-3C65-C198-550B-CDA2E281C547}"/>
                </a:ext>
              </a:extLst>
            </p:cNvPr>
            <p:cNvSpPr txBox="1"/>
            <p:nvPr/>
          </p:nvSpPr>
          <p:spPr>
            <a:xfrm>
              <a:off x="1027416" y="3198168"/>
              <a:ext cx="369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3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F0278E-EDF5-05F6-76C2-BE81D771B45B}"/>
              </a:ext>
            </a:extLst>
          </p:cNvPr>
          <p:cNvGrpSpPr/>
          <p:nvPr/>
        </p:nvGrpSpPr>
        <p:grpSpPr>
          <a:xfrm>
            <a:off x="10409434" y="3143892"/>
            <a:ext cx="570216" cy="570216"/>
            <a:chOff x="927242" y="3143892"/>
            <a:chExt cx="570216" cy="570216"/>
          </a:xfrm>
        </p:grpSpPr>
        <p:sp useBgFill="1">
          <p:nvSpPr>
            <p:cNvPr id="18" name="Oval 17">
              <a:extLst>
                <a:ext uri="{FF2B5EF4-FFF2-40B4-BE49-F238E27FC236}">
                  <a16:creationId xmlns:a16="http://schemas.microsoft.com/office/drawing/2014/main" id="{44FDC963-7342-2C57-2D6A-DFA637C1FD16}"/>
                </a:ext>
              </a:extLst>
            </p:cNvPr>
            <p:cNvSpPr/>
            <p:nvPr/>
          </p:nvSpPr>
          <p:spPr>
            <a:xfrm>
              <a:off x="927242" y="3143892"/>
              <a:ext cx="570216" cy="570216"/>
            </a:xfrm>
            <a:prstGeom prst="ellipse">
              <a:avLst/>
            </a:prstGeom>
            <a:ln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w="215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4D44E9-039F-754C-C6C4-809E9A1B892C}"/>
                </a:ext>
              </a:extLst>
            </p:cNvPr>
            <p:cNvSpPr txBox="1"/>
            <p:nvPr/>
          </p:nvSpPr>
          <p:spPr>
            <a:xfrm>
              <a:off x="1027416" y="3198168"/>
              <a:ext cx="369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4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FC0E368-7B94-294C-84F4-60935C0926C3}"/>
              </a:ext>
            </a:extLst>
          </p:cNvPr>
          <p:cNvSpPr txBox="1"/>
          <p:nvPr/>
        </p:nvSpPr>
        <p:spPr>
          <a:xfrm>
            <a:off x="3240212" y="4878664"/>
            <a:ext cx="2334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Unique Passwords &amp; 2FA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91CC6-6986-8478-5B3F-933D8C826B82}"/>
              </a:ext>
            </a:extLst>
          </p:cNvPr>
          <p:cNvSpPr txBox="1"/>
          <p:nvPr/>
        </p:nvSpPr>
        <p:spPr>
          <a:xfrm>
            <a:off x="3030876" y="3846783"/>
            <a:ext cx="275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password manager. Always enable two-factor authentication.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8A7D79-EDFF-0105-3CB8-B95C6E50E42D}"/>
              </a:ext>
            </a:extLst>
          </p:cNvPr>
          <p:cNvSpPr txBox="1"/>
          <p:nvPr/>
        </p:nvSpPr>
        <p:spPr>
          <a:xfrm>
            <a:off x="209336" y="2207383"/>
            <a:ext cx="2334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Unique Passwords &amp; 2FA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47E6DD-4D2E-CB4D-B87A-44CBF0351505}"/>
              </a:ext>
            </a:extLst>
          </p:cNvPr>
          <p:cNvSpPr txBox="1"/>
          <p:nvPr/>
        </p:nvSpPr>
        <p:spPr>
          <a:xfrm>
            <a:off x="0" y="1175502"/>
            <a:ext cx="275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password manager. Always enable two-factor authentication.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40750C-B5E6-1FCA-D27D-E7F4D6E61A93}"/>
              </a:ext>
            </a:extLst>
          </p:cNvPr>
          <p:cNvSpPr txBox="1"/>
          <p:nvPr/>
        </p:nvSpPr>
        <p:spPr>
          <a:xfrm>
            <a:off x="6305336" y="2207383"/>
            <a:ext cx="2334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Unique Passwords &amp; 2FA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144A7-F201-EE66-087E-9175E4EAE446}"/>
              </a:ext>
            </a:extLst>
          </p:cNvPr>
          <p:cNvSpPr txBox="1"/>
          <p:nvPr/>
        </p:nvSpPr>
        <p:spPr>
          <a:xfrm>
            <a:off x="6096000" y="1175502"/>
            <a:ext cx="275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password manager. Always enable two-factor authentication.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CABA1E-DA0A-F5F5-173C-177D98178957}"/>
              </a:ext>
            </a:extLst>
          </p:cNvPr>
          <p:cNvSpPr txBox="1"/>
          <p:nvPr/>
        </p:nvSpPr>
        <p:spPr>
          <a:xfrm>
            <a:off x="9438526" y="4736110"/>
            <a:ext cx="2334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Unique Passwords &amp; 2FA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152DDC-EF53-0A44-0D21-A641A4BAF24D}"/>
              </a:ext>
            </a:extLst>
          </p:cNvPr>
          <p:cNvSpPr txBox="1"/>
          <p:nvPr/>
        </p:nvSpPr>
        <p:spPr>
          <a:xfrm>
            <a:off x="9229190" y="3704229"/>
            <a:ext cx="275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password manager. Always enable two-factor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25123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3CAA0-B7E6-47B1-F0FD-5F8392F6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A90E76-4B79-6337-5153-00B8D15995E5}"/>
              </a:ext>
            </a:extLst>
          </p:cNvPr>
          <p:cNvSpPr/>
          <p:nvPr/>
        </p:nvSpPr>
        <p:spPr>
          <a:xfrm>
            <a:off x="0" y="0"/>
            <a:ext cx="12192000" cy="6935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A93B55-62C6-E6EA-C3A1-95B15015CBEE}"/>
              </a:ext>
            </a:extLst>
          </p:cNvPr>
          <p:cNvCxnSpPr>
            <a:cxnSpLocks/>
          </p:cNvCxnSpPr>
          <p:nvPr/>
        </p:nvCxnSpPr>
        <p:spPr>
          <a:xfrm>
            <a:off x="1212350" y="3429000"/>
            <a:ext cx="95241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C7A423-B320-20A0-3C05-B311268F30D5}"/>
              </a:ext>
            </a:extLst>
          </p:cNvPr>
          <p:cNvCxnSpPr/>
          <p:nvPr/>
        </p:nvCxnSpPr>
        <p:spPr>
          <a:xfrm flipV="1">
            <a:off x="23115" y="3429000"/>
            <a:ext cx="10972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2F21EC-26B7-D909-794E-F3FBB7EDFCBD}"/>
              </a:ext>
            </a:extLst>
          </p:cNvPr>
          <p:cNvGrpSpPr/>
          <p:nvPr/>
        </p:nvGrpSpPr>
        <p:grpSpPr>
          <a:xfrm>
            <a:off x="4173875" y="3143892"/>
            <a:ext cx="570216" cy="570216"/>
            <a:chOff x="927242" y="3143892"/>
            <a:chExt cx="570216" cy="570216"/>
          </a:xfrm>
        </p:grpSpPr>
        <p:sp useBgFill="1">
          <p:nvSpPr>
            <p:cNvPr id="12" name="Oval 11">
              <a:extLst>
                <a:ext uri="{FF2B5EF4-FFF2-40B4-BE49-F238E27FC236}">
                  <a16:creationId xmlns:a16="http://schemas.microsoft.com/office/drawing/2014/main" id="{42AFCFC5-85B3-4662-4B50-749EC7C3F5A9}"/>
                </a:ext>
              </a:extLst>
            </p:cNvPr>
            <p:cNvSpPr/>
            <p:nvPr/>
          </p:nvSpPr>
          <p:spPr>
            <a:xfrm>
              <a:off x="927242" y="3143892"/>
              <a:ext cx="570216" cy="570216"/>
            </a:xfrm>
            <a:prstGeom prst="ellipse">
              <a:avLst/>
            </a:prstGeom>
            <a:ln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w="215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4CC933-1B50-25E4-8DDC-91DBB556D7E1}"/>
                </a:ext>
              </a:extLst>
            </p:cNvPr>
            <p:cNvSpPr txBox="1"/>
            <p:nvPr/>
          </p:nvSpPr>
          <p:spPr>
            <a:xfrm>
              <a:off x="1027416" y="3198168"/>
              <a:ext cx="369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6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76E21A-A729-8603-A919-FA6471EEB16A}"/>
              </a:ext>
            </a:extLst>
          </p:cNvPr>
          <p:cNvGrpSpPr/>
          <p:nvPr/>
        </p:nvGrpSpPr>
        <p:grpSpPr>
          <a:xfrm>
            <a:off x="7245848" y="3143892"/>
            <a:ext cx="570216" cy="570216"/>
            <a:chOff x="927242" y="3143892"/>
            <a:chExt cx="570216" cy="570216"/>
          </a:xfrm>
        </p:grpSpPr>
        <p:sp useBgFill="1">
          <p:nvSpPr>
            <p:cNvPr id="15" name="Oval 14">
              <a:extLst>
                <a:ext uri="{FF2B5EF4-FFF2-40B4-BE49-F238E27FC236}">
                  <a16:creationId xmlns:a16="http://schemas.microsoft.com/office/drawing/2014/main" id="{A3EB41ED-63A8-6856-44AF-00C80CA8B115}"/>
                </a:ext>
              </a:extLst>
            </p:cNvPr>
            <p:cNvSpPr/>
            <p:nvPr/>
          </p:nvSpPr>
          <p:spPr>
            <a:xfrm>
              <a:off x="927242" y="3143892"/>
              <a:ext cx="570216" cy="570216"/>
            </a:xfrm>
            <a:prstGeom prst="ellipse">
              <a:avLst/>
            </a:prstGeom>
            <a:ln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w="215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3DF0D3-D711-B633-085E-8C51DB95CA1C}"/>
                </a:ext>
              </a:extLst>
            </p:cNvPr>
            <p:cNvSpPr txBox="1"/>
            <p:nvPr/>
          </p:nvSpPr>
          <p:spPr>
            <a:xfrm>
              <a:off x="1027416" y="3198168"/>
              <a:ext cx="369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7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8951C0-38E4-0FD2-4E76-187A82D4276C}"/>
              </a:ext>
            </a:extLst>
          </p:cNvPr>
          <p:cNvGrpSpPr/>
          <p:nvPr/>
        </p:nvGrpSpPr>
        <p:grpSpPr>
          <a:xfrm>
            <a:off x="927242" y="3143892"/>
            <a:ext cx="570216" cy="570216"/>
            <a:chOff x="927242" y="3143892"/>
            <a:chExt cx="570216" cy="570216"/>
          </a:xfrm>
        </p:grpSpPr>
        <p:sp useBgFill="1">
          <p:nvSpPr>
            <p:cNvPr id="3" name="Oval 2">
              <a:extLst>
                <a:ext uri="{FF2B5EF4-FFF2-40B4-BE49-F238E27FC236}">
                  <a16:creationId xmlns:a16="http://schemas.microsoft.com/office/drawing/2014/main" id="{8F5BD6FF-0045-CDE0-F738-705E5E0C2983}"/>
                </a:ext>
              </a:extLst>
            </p:cNvPr>
            <p:cNvSpPr/>
            <p:nvPr/>
          </p:nvSpPr>
          <p:spPr>
            <a:xfrm>
              <a:off x="927242" y="3143892"/>
              <a:ext cx="570216" cy="570216"/>
            </a:xfrm>
            <a:prstGeom prst="ellipse">
              <a:avLst/>
            </a:prstGeom>
            <a:ln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w="215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4B83B4-391B-3073-D59D-F36B483679C9}"/>
                </a:ext>
              </a:extLst>
            </p:cNvPr>
            <p:cNvSpPr txBox="1"/>
            <p:nvPr/>
          </p:nvSpPr>
          <p:spPr>
            <a:xfrm>
              <a:off x="1027416" y="3198168"/>
              <a:ext cx="369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5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CA47791-4ADE-24FF-AF44-9061AD23BC8E}"/>
              </a:ext>
            </a:extLst>
          </p:cNvPr>
          <p:cNvGrpSpPr/>
          <p:nvPr/>
        </p:nvGrpSpPr>
        <p:grpSpPr>
          <a:xfrm>
            <a:off x="10409434" y="3143892"/>
            <a:ext cx="570216" cy="570216"/>
            <a:chOff x="927242" y="3143892"/>
            <a:chExt cx="570216" cy="570216"/>
          </a:xfrm>
        </p:grpSpPr>
        <p:sp useBgFill="1">
          <p:nvSpPr>
            <p:cNvPr id="18" name="Oval 17">
              <a:extLst>
                <a:ext uri="{FF2B5EF4-FFF2-40B4-BE49-F238E27FC236}">
                  <a16:creationId xmlns:a16="http://schemas.microsoft.com/office/drawing/2014/main" id="{730A0B55-55F9-8669-AC55-334925D0F9EE}"/>
                </a:ext>
              </a:extLst>
            </p:cNvPr>
            <p:cNvSpPr/>
            <p:nvPr/>
          </p:nvSpPr>
          <p:spPr>
            <a:xfrm>
              <a:off x="927242" y="3143892"/>
              <a:ext cx="570216" cy="570216"/>
            </a:xfrm>
            <a:prstGeom prst="ellipse">
              <a:avLst/>
            </a:prstGeom>
            <a:ln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scene3d>
              <a:camera prst="orthographicFront"/>
              <a:lightRig rig="threePt" dir="t"/>
            </a:scene3d>
            <a:sp3d>
              <a:bevelT w="215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4FF16A-C04A-EA1E-13BA-5BFB5D46E310}"/>
                </a:ext>
              </a:extLst>
            </p:cNvPr>
            <p:cNvSpPr txBox="1"/>
            <p:nvPr/>
          </p:nvSpPr>
          <p:spPr>
            <a:xfrm>
              <a:off x="1027416" y="3198168"/>
              <a:ext cx="369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8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6432AB8-D9A6-ACB6-8885-D0ABC2A03CF1}"/>
              </a:ext>
            </a:extLst>
          </p:cNvPr>
          <p:cNvSpPr txBox="1"/>
          <p:nvPr/>
        </p:nvSpPr>
        <p:spPr>
          <a:xfrm>
            <a:off x="3240212" y="4878664"/>
            <a:ext cx="2334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Unique Passwords &amp; 2FA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4CD1FF-8C67-576A-5DA7-259476B98AEA}"/>
              </a:ext>
            </a:extLst>
          </p:cNvPr>
          <p:cNvSpPr txBox="1"/>
          <p:nvPr/>
        </p:nvSpPr>
        <p:spPr>
          <a:xfrm>
            <a:off x="3030876" y="3846783"/>
            <a:ext cx="275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password manager. Always enable two-factor authentication.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49D1FA-278F-8AFF-07CD-1F0CF4D0CB99}"/>
              </a:ext>
            </a:extLst>
          </p:cNvPr>
          <p:cNvSpPr txBox="1"/>
          <p:nvPr/>
        </p:nvSpPr>
        <p:spPr>
          <a:xfrm>
            <a:off x="6305336" y="2207383"/>
            <a:ext cx="2334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Unique Passwords &amp; 2FA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51F2E3-3DDF-B776-E86D-400671019490}"/>
              </a:ext>
            </a:extLst>
          </p:cNvPr>
          <p:cNvSpPr txBox="1"/>
          <p:nvPr/>
        </p:nvSpPr>
        <p:spPr>
          <a:xfrm>
            <a:off x="6096000" y="1175502"/>
            <a:ext cx="275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password manager. Always enable two-factor authentication.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492665-5E4C-84D2-C3D5-C9CEF29D06CF}"/>
              </a:ext>
            </a:extLst>
          </p:cNvPr>
          <p:cNvSpPr txBox="1"/>
          <p:nvPr/>
        </p:nvSpPr>
        <p:spPr>
          <a:xfrm>
            <a:off x="9438526" y="4736110"/>
            <a:ext cx="2334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Unique Passwords &amp; 2FA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4DEEF-4A76-C6B1-16C4-9C4ED61DDC72}"/>
              </a:ext>
            </a:extLst>
          </p:cNvPr>
          <p:cNvSpPr txBox="1"/>
          <p:nvPr/>
        </p:nvSpPr>
        <p:spPr>
          <a:xfrm>
            <a:off x="9229190" y="3704229"/>
            <a:ext cx="275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password manager. Always enable two-factor authentication.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52BF93-8BD6-C9A7-CB5E-2D3CD729864F}"/>
              </a:ext>
            </a:extLst>
          </p:cNvPr>
          <p:cNvSpPr txBox="1"/>
          <p:nvPr/>
        </p:nvSpPr>
        <p:spPr>
          <a:xfrm>
            <a:off x="209336" y="2207383"/>
            <a:ext cx="2334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Unique Passwords &amp; 2FA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3CD6B9-60A0-50FF-DB4C-CEA6C17CC4E2}"/>
              </a:ext>
            </a:extLst>
          </p:cNvPr>
          <p:cNvSpPr txBox="1"/>
          <p:nvPr/>
        </p:nvSpPr>
        <p:spPr>
          <a:xfrm>
            <a:off x="0" y="1175502"/>
            <a:ext cx="275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password manager. Always enable two-factor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3160357420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120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</cp:revision>
  <dcterms:created xsi:type="dcterms:W3CDTF">2025-09-28T20:35:58Z</dcterms:created>
  <dcterms:modified xsi:type="dcterms:W3CDTF">2025-10-02T17:27:41Z</dcterms:modified>
</cp:coreProperties>
</file>